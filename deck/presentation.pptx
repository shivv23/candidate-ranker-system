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Candidate Ranking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India Runs Data &amp; AI Challenge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  <a:latin typeface="Calibri"/>
              </a:defRPr>
            </a:pPr>
            <a:r>
              <a:t>Ranking 100K candidates against a Senior AI Engineer JD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Team: shivv23 | Solo Participant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Problem &amp;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Goal: Rank 100K candidates against a Senior AI Engineer JD — output top-100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Scoring: 0.50×NDCG@10 + 0.30×NDCG@50 + 0.15×MAP + 0.05×P@10 — top-10 ordering is 50% of score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Phase B (ranking) must complete in ≤5 minutes on CPU, no GPU, no network calls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Honeypot rate &gt;10% in top-100 = disqualification (~80 honeypots in dataset)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~60% of candidates (59,749) have fake/placeholder company names (Wayne Enterprises, Initech, etc.)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68.8% of candidates have non-tech titles (HR, sales, etc.) — only 10.3% have 3+ relevant ML skills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Two-Phase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6BC4"/>
                </a:solidFill>
                <a:latin typeface="Calibri"/>
              </a:defRPr>
            </a:pPr>
            <a:r>
              <a:t>Phase A: Pre-computation (offline, ~14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Load 100K candidates from candidates.jsonl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Extract 20+ features per candidate (title, skills, company, signals, education, career history descriptions)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Enrich profile_text with career_history descriptions (last 3 jobs) and education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Embed all profiles via all-MiniLM-L6-v2 (384-dim, normalized)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Build FAISS IndexFlatIP for inner-product (cosine) similarity search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Checkpoint every 5000 texts — resume after interrupt without restart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6BC4"/>
                </a:solidFill>
                <a:latin typeface="Calibri"/>
              </a:defRPr>
            </a:pPr>
            <a:r>
              <a:t>Phase B: Ranking (≤5 min CPU, no network)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Embed JD query using same sentence-transformer model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FAISS search: retrieve top-10K candidates by cosine similarity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Min-max normalize semantic scores within top-1000 for discriminability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Fuse 8 scoring dimensions (weighted linear combination)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Apply modifiers: honeypot penalty, notice period, score spread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Sort by score desc (4-decimal tie-breaking by candidate_id ascending)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Generate 3-tier reasoning (rank-dependent verbosity)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Output validated CSV: 100 rows, non-increasing scores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Scoring Dimensions (Weighted Fusion)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188720"/>
          <a:ext cx="9144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59436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Semantic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Profile-JD cosine similarity via all-MiniLM-L6-v2 embedding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 JD categories: AI/ML, retrieval, ranking, engineering — capped per category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35+ title variants with seniority-weighted scores (0.20–1.0)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Experience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Bell curve centered on 7yr (target 4–10yr), penalty outside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 behavioral signals: response rate, activity, open-to-work, GitHub, etc.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Product=1.0, Startup=0.6, Consulting=0.4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Pune/Noida or willing-to-relocate=1.0, other India=0.7, intl=0.4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CS/AI/ML/related fields=1.0, else=0.5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Honeypot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Modifier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Multiplicative penalty: 0–64% reduction. Not a linear weight.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Honeypot Detection (12 Rules)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1. Keyword stuffing: non-tech title + 22+ skills → +0.30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2. AI skill stuffing: non-tech title + 8+ AI keywords → +0.30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3. Impossible breadth: 22+ skills total → +0.20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4. Ghost profile: low response rate (&lt;10%) + high profile views (&gt;30) → +0.15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5. Inactive: 200+ days inactive + not open to work → +0.15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6. CV/speech focus without NLP/IR (JD disqualifier) → +0.20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7. All-consulting background (JD explicitly avoids) → +0.25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8. Pure research without product/startup experience → +0.20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9. Fake/placeholder company name (synthetic profiles) → +0.50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10. Non-tech keyword stuffing: 6+ AI/retrieval/ranking skills + 10+ total → +0.30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11. Tech-non-ML title with zero/≤2 AI/retrieval/ranking skills → +0.50/+0.35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12. All penalties stack to max 0.80; final: base × (1.0 − 0.8 × penalty)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Fixes &amp; Design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Removed "ai" from JD_SKILLS_AI (2-char keyword caused 35,544 false-positive matches: airflow, tailwind, langchain, faiss, llamaindex all falsely counted as AI)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Enriched profile_text for FAISS embedding with career_history descriptions (last 3 jobs, 200 chars each) and education — JD query matching now sees actual work experience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Fixed empty-title substring bug ('' in key is True for every Python string, matches first TITLE_SCORES key with score 0.90)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Removed redundant additive honeypot penalty and consulting double-penalty (company_score + extra multiplier) — each signal contributes exactly once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Fake company detection: 59,749 candidates with placeholder company names (Wayne Enterprises, Initech, etc.) now penalized with +0.50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Skill relevance factor: less aggressive (0.50/0.65/0.80 instead of 0.25/0.40/0.70) to avoid double-penalizing via both skill_score and semantic_effective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Widened notice period modifier: ≤30d → +5%, &gt;90d → -15% (was 2%/7%) — JD specifically values quick joiners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Removed 3 double-counting bugs: days_since_active, open_to_work, and PUNE_NOIDA location each contributed twice to the final score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FAISS min-max normalized over top-1000 (not top-10000) for better discriminability among candidates that could make top-100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Score range: 0.5895 – 0.9704 (top-100)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Unique scores: 98/100 (2 tied pairs, resolved by candidate_id ascending)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Honeypots in top-100: 0/100 (0% — well under 10% disqualification threshold)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Fake companies in top-100: 0/100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All-consulting in top-100: 0/100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Phase B runtime: 14.2s / 300s budget (4.7% of limit)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Validation: PASS (official validate_submission.py)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6BC4"/>
                </a:solidFill>
                <a:latin typeface="Calibri"/>
              </a:defRPr>
            </a:pPr>
            <a:r>
              <a:t>Top 10 Candidates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411480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645920"/>
                <a:gridCol w="1828800"/>
                <a:gridCol w="1371600"/>
                <a:gridCol w="4937760"/>
              </a:tblGrid>
              <a:tr h="23275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Candidate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CAND_0002025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0.9704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Senior AI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CAND_0079387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Microsoft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0.9378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Engineer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CAND_0087630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Vedantu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CAND_0045250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Rephrase.ai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0.8439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Applied ML Engineer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CAND_0044222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PolicyBazaar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0.8413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CAND_0049538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Saarthi.ai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0.8365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Applied ML Engineer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CAND_0071974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Netflix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Senior AI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CAND_0062247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0.8244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Engineer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327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CAND_0030031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Microsoft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76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CAND_0081846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Razorpay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0.8128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Lead AI Engineer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Tech Stack &amp;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6BC4"/>
                </a:solidFill>
                <a:latin typeface="Calibri"/>
              </a:defRPr>
            </a:pPr>
            <a:r>
              <a:t>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Python 3.13 — all logic, no external ranking services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sentence-transformers (all-MiniLM-L6-v2, 384-dim)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FAISS CPU (IndexFlatIP — inner product)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NumPy, pandas, scikit-learn, python-dateutil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CSV output — no hidden or manual steps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Windows 11, AMD Ryzen 7 7840U, 16 GB 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6BC4"/>
                </a:solidFill>
                <a:latin typeface="Calibri"/>
              </a:defRPr>
            </a:pPr>
            <a:r>
              <a:t>Reproduce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1. git clone https://github.com/shivv23/candidate-ranker-system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2. pip install -r requirements.txt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3. Place candidates.jsonl in data/raw/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4. python precompute.py (~14 min, one-time)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5. python rank.py (14s, ≤5 min budget)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6. python data/validate_submission.py data/output/submission.csv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Full validation output: PASS (format, scores, tie-breaks)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96D6"/>
                </a:solidFill>
                <a:latin typeface="Calibri"/>
              </a:defRPr>
            </a:pPr>
            <a:r>
              <a:t>shivv23 | Solo Participant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https://github.com/shivv23/candidate-ranker-system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