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Candidate Ranking System</a:t>
            </a:r>
          </a:p>
          <a:p>
            <a:pPr>
              <a:defRPr sz="2400">
                <a:solidFill>
                  <a:srgbClr val="88BBFF"/>
                </a:solidFill>
              </a:defRPr>
            </a:pPr>
            <a:r>
              <a:t>India Runs Data &amp; AI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Phase A (Precompute - offline, no time limit):</a:t>
            </a:r>
          </a:p>
          <a:p>
            <a:pPr>
              <a:defRPr sz="1800"/>
            </a:pPr>
            <a:r>
              <a:t>  1. Load 100K candidates from candidates.jsonl</a:t>
            </a:r>
          </a:p>
          <a:p>
            <a:pPr>
              <a:defRPr sz="1800"/>
            </a:pPr>
            <a:r>
              <a:t>  2. Extract features (title, skills, signals, education, etc.)</a:t>
            </a:r>
          </a:p>
          <a:p>
            <a:pPr>
              <a:defRPr sz="1800"/>
            </a:pPr>
            <a:r>
              <a:t>  3. Embed all profiles via all-MiniLM-L6-v2 (384-dim)</a:t>
            </a:r>
          </a:p>
          <a:p>
            <a:pPr>
              <a:defRPr sz="1800"/>
            </a:pPr>
            <a:r>
              <a:t>  4. Build FAISS IndexFlatIP for semantic search</a:t>
            </a:r>
          </a:p>
          <a:p>
            <a:pPr>
              <a:defRPr sz="1800"/>
            </a:pPr>
            <a:r>
              <a:t>  5. Pre-score all candidates on 8 dimensions</a:t>
            </a:r>
          </a:p>
          <a:p>
            <a:pPr>
              <a:defRPr sz="1800"/>
            </a:pPr>
          </a:p>
          <a:p>
            <a:pPr>
              <a:defRPr sz="2000" b="1"/>
            </a:pPr>
            <a:r>
              <a:t>Phase B (Ranking - 5 min CPU limit, no network):</a:t>
            </a:r>
          </a:p>
          <a:p>
            <a:pPr>
              <a:defRPr sz="1800"/>
            </a:pPr>
            <a:r>
              <a:t>  1. Embed JD query using same model</a:t>
            </a:r>
          </a:p>
          <a:p>
            <a:pPr>
              <a:defRPr sz="1800"/>
            </a:pPr>
            <a:r>
              <a:t>  2. FAISS search top-2000 by cosine similarity</a:t>
            </a:r>
          </a:p>
          <a:p>
            <a:pPr>
              <a:defRPr sz="1800"/>
            </a:pPr>
            <a:r>
              <a:t>  3. Compute final score: weighted fusion of 9 dimensions</a:t>
            </a:r>
          </a:p>
          <a:p>
            <a:pPr>
              <a:defRPr sz="1800"/>
            </a:pPr>
            <a:r>
              <a:t>  4. Sort, select top-100, generate reasoning</a:t>
            </a:r>
          </a:p>
          <a:p>
            <a:pPr>
              <a:defRPr sz="1800"/>
            </a:pPr>
            <a:r>
              <a:t>  5. Output validated 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Scoring Dimensions</a:t>
            </a:r>
          </a:p>
          <a:p>
            <a:pPr>
              <a:defRPr sz="1800"/>
            </a:pPr>
            <a:r>
              <a:t>Semantic (30%) - Profile-JD cosine similarity via all-MiniLM-L6-v2</a:t>
            </a:r>
          </a:p>
          <a:p>
            <a:pPr>
              <a:defRPr sz="1800"/>
            </a:pPr>
            <a:r>
              <a:t>Title (15%) - 35+ title variants with seniority-weighted scores</a:t>
            </a:r>
          </a:p>
          <a:p>
            <a:pPr>
              <a:defRPr sz="1800"/>
            </a:pPr>
            <a:r>
              <a:t>Skills (15%) - 4 JD categories: AI/ML, retrieval, ranking, engineering</a:t>
            </a:r>
          </a:p>
          <a:p>
            <a:pPr>
              <a:defRPr sz="1800"/>
            </a:pPr>
            <a:r>
              <a:t>Experience (10%) - Bell curve centered on 7yr (target 4-10yr)</a:t>
            </a:r>
          </a:p>
          <a:p>
            <a:pPr>
              <a:defRPr sz="1800"/>
            </a:pPr>
            <a:r>
              <a:t>Signals (10%) - 9 behavioral signals: response rate, activity, etc.</a:t>
            </a:r>
          </a:p>
          <a:p>
            <a:pPr>
              <a:defRPr sz="1800"/>
            </a:pPr>
            <a:r>
              <a:t>Company (5%) - Product=1.0, Startup=0.6, Consulting=0.4</a:t>
            </a:r>
          </a:p>
          <a:p>
            <a:pPr>
              <a:defRPr sz="1800"/>
            </a:pPr>
            <a:r>
              <a:t>Location (5%) - Preferred cities 1.0, India 0.7, Intl 0.4</a:t>
            </a:r>
          </a:p>
          <a:p>
            <a:pPr>
              <a:defRPr sz="1800"/>
            </a:pPr>
            <a:r>
              <a:t>Education (5%) - CS/AI/ML/related fields 1.0, else 0.5</a:t>
            </a:r>
          </a:p>
          <a:p>
            <a:pPr>
              <a:defRPr sz="1800"/>
            </a:pPr>
            <a:r>
              <a:t>Honeypot Mod. (5%) - Multiplicative penalty: stuffing, ghost, inactive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Honeypot Detection</a:t>
            </a:r>
          </a:p>
          <a:p>
            <a:pPr>
              <a:defRPr sz="1800"/>
            </a:pPr>
            <a:r>
              <a:t>1. Keyword stuffing: non-tech title + excessive skill count</a:t>
            </a:r>
          </a:p>
          <a:p>
            <a:pPr>
              <a:defRPr sz="1800"/>
            </a:pPr>
            <a:r>
              <a:t>2. AI skill stuffing: non-tech title + 8+ AI keywords</a:t>
            </a:r>
          </a:p>
          <a:p>
            <a:pPr>
              <a:defRPr sz="1800"/>
            </a:pPr>
            <a:r>
              <a:t>3. Impossible breadth: 18+ skills (can't be expert in all)</a:t>
            </a:r>
          </a:p>
          <a:p>
            <a:pPr>
              <a:defRPr sz="1800"/>
            </a:pPr>
            <a:r>
              <a:t>4. Ghost profile: low response rate + high profile views</a:t>
            </a:r>
          </a:p>
          <a:p>
            <a:pPr>
              <a:defRPr sz="1800"/>
            </a:pPr>
            <a:r>
              <a:t>5. Inactive: 200+ days inactive + not open to work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Result: 0 honeypots in top 100 (0% - well under 10% limit)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Results</a:t>
            </a:r>
          </a:p>
          <a:p>
            <a:pPr>
              <a:defRPr sz="1800"/>
            </a:pPr>
            <a:r>
              <a:t>Score range: 0.9205 - 0.8245 (top-100)</a:t>
            </a:r>
          </a:p>
          <a:p>
            <a:pPr>
              <a:defRPr sz="1800"/>
            </a:pPr>
            <a:r>
              <a:t>Phase B runtime: 12.5s / 300s budget</a:t>
            </a:r>
          </a:p>
          <a:p>
            <a:pPr>
              <a:defRPr sz="1800"/>
            </a:pPr>
            <a:r>
              <a:t>Validation: PASS (official validate_submission.py)</a:t>
            </a:r>
          </a:p>
          <a:p>
            <a:pPr>
              <a:defRPr sz="1800"/>
            </a:pPr>
            <a:r>
              <a:t>Honeypots in top-100: 0</a:t>
            </a:r>
          </a:p>
          <a:p>
            <a:pPr>
              <a:defRPr sz="1800"/>
            </a:pPr>
            <a:r>
              <a:t>Unique scores: 91/100 (9 tied pairs, resolved by candidate_id)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Top candidates: Senior AI/ML engineers from product companies</a:t>
            </a:r>
          </a:p>
          <a:p>
            <a:pPr>
              <a:defRPr sz="1800"/>
            </a:pPr>
            <a:r>
              <a:t>(Rephrase.ai, LinkedIn, Krutrim, upGrad, Haptik, CRED, Ola, Google)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